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HOA\Downloads\Forage_Wayfair_CVR%20data%20pul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CVR</a:t>
            </a:r>
            <a:r>
              <a:rPr lang="en-US" sz="18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Summary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v>BDG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'[Forage_Wayfair_CVR data pull.xlsx]CVR summary'!$D$6:$AC$6</c:f>
              <c:numCache>
                <c:formatCode>m/d;@</c:formatCode>
                <c:ptCount val="26"/>
                <c:pt idx="0">
                  <c:v>44564</c:v>
                </c:pt>
                <c:pt idx="1">
                  <c:v>44571</c:v>
                </c:pt>
                <c:pt idx="2">
                  <c:v>44578</c:v>
                </c:pt>
                <c:pt idx="3">
                  <c:v>44585</c:v>
                </c:pt>
                <c:pt idx="4">
                  <c:v>44592</c:v>
                </c:pt>
                <c:pt idx="5">
                  <c:v>44599</c:v>
                </c:pt>
                <c:pt idx="6">
                  <c:v>44606</c:v>
                </c:pt>
                <c:pt idx="7">
                  <c:v>44613</c:v>
                </c:pt>
                <c:pt idx="8">
                  <c:v>44620</c:v>
                </c:pt>
                <c:pt idx="9">
                  <c:v>44627</c:v>
                </c:pt>
                <c:pt idx="10">
                  <c:v>44634</c:v>
                </c:pt>
                <c:pt idx="11">
                  <c:v>44641</c:v>
                </c:pt>
                <c:pt idx="12">
                  <c:v>44648</c:v>
                </c:pt>
                <c:pt idx="13">
                  <c:v>44655</c:v>
                </c:pt>
                <c:pt idx="14">
                  <c:v>44662</c:v>
                </c:pt>
                <c:pt idx="15">
                  <c:v>44669</c:v>
                </c:pt>
                <c:pt idx="16">
                  <c:v>44676</c:v>
                </c:pt>
                <c:pt idx="17">
                  <c:v>44683</c:v>
                </c:pt>
                <c:pt idx="18">
                  <c:v>44690</c:v>
                </c:pt>
                <c:pt idx="19">
                  <c:v>44697</c:v>
                </c:pt>
                <c:pt idx="20">
                  <c:v>44704</c:v>
                </c:pt>
                <c:pt idx="21">
                  <c:v>44711</c:v>
                </c:pt>
                <c:pt idx="22">
                  <c:v>44718</c:v>
                </c:pt>
                <c:pt idx="23">
                  <c:v>44725</c:v>
                </c:pt>
                <c:pt idx="24">
                  <c:v>44732</c:v>
                </c:pt>
                <c:pt idx="25">
                  <c:v>44739</c:v>
                </c:pt>
              </c:numCache>
            </c:numRef>
          </c:cat>
          <c:val>
            <c:numRef>
              <c:f>'[Forage_Wayfair_CVR data pull.xlsx]CVR summary'!$D$8:$AC$8</c:f>
              <c:numCache>
                <c:formatCode>0.0%</c:formatCode>
                <c:ptCount val="26"/>
                <c:pt idx="0">
                  <c:v>1.4950889081718387E-2</c:v>
                </c:pt>
                <c:pt idx="1">
                  <c:v>1.4626294184146817E-2</c:v>
                </c:pt>
                <c:pt idx="2">
                  <c:v>1.5657658830259817E-2</c:v>
                </c:pt>
                <c:pt idx="3">
                  <c:v>1.8764088789516926E-2</c:v>
                </c:pt>
                <c:pt idx="4">
                  <c:v>2.2191668385234065E-2</c:v>
                </c:pt>
                <c:pt idx="5">
                  <c:v>1.9687889721159958E-2</c:v>
                </c:pt>
                <c:pt idx="6">
                  <c:v>2.2413237376300625E-2</c:v>
                </c:pt>
                <c:pt idx="7">
                  <c:v>2.0490226363498253E-2</c:v>
                </c:pt>
                <c:pt idx="8">
                  <c:v>1.8126893426781445E-2</c:v>
                </c:pt>
                <c:pt idx="9">
                  <c:v>1.3057306418564658E-2</c:v>
                </c:pt>
                <c:pt idx="10">
                  <c:v>1.7573435364083484E-2</c:v>
                </c:pt>
                <c:pt idx="11">
                  <c:v>1.138216483555673E-2</c:v>
                </c:pt>
                <c:pt idx="12">
                  <c:v>1.5863308573771696E-2</c:v>
                </c:pt>
                <c:pt idx="13">
                  <c:v>1.761212333491631E-2</c:v>
                </c:pt>
                <c:pt idx="14">
                  <c:v>1.243986795543673E-2</c:v>
                </c:pt>
                <c:pt idx="15">
                  <c:v>1.7470129912658647E-2</c:v>
                </c:pt>
                <c:pt idx="16">
                  <c:v>1.4614673135746764E-2</c:v>
                </c:pt>
                <c:pt idx="17">
                  <c:v>1.6765870012436009E-2</c:v>
                </c:pt>
                <c:pt idx="18">
                  <c:v>1.7676157162612869E-2</c:v>
                </c:pt>
                <c:pt idx="19">
                  <c:v>1.7471607280075248E-2</c:v>
                </c:pt>
                <c:pt idx="20">
                  <c:v>1.3703772905048595E-2</c:v>
                </c:pt>
                <c:pt idx="21">
                  <c:v>1.2999999999999999E-2</c:v>
                </c:pt>
                <c:pt idx="22">
                  <c:v>8.0000000000000002E-3</c:v>
                </c:pt>
                <c:pt idx="23">
                  <c:v>3.0000000000000001E-3</c:v>
                </c:pt>
                <c:pt idx="24">
                  <c:v>3.0000000000000001E-3</c:v>
                </c:pt>
                <c:pt idx="25">
                  <c:v>3.0000000000000001E-3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1C-47B9-AB15-2981D24A2F84}"/>
            </c:ext>
          </c:extLst>
        </c:ser>
        <c:ser>
          <c:idx val="2"/>
          <c:order val="1"/>
          <c:tx>
            <c:v>MF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'[Forage_Wayfair_CVR data pull.xlsx]CVR summary'!$D$6:$AC$6</c:f>
              <c:numCache>
                <c:formatCode>m/d;@</c:formatCode>
                <c:ptCount val="26"/>
                <c:pt idx="0">
                  <c:v>44564</c:v>
                </c:pt>
                <c:pt idx="1">
                  <c:v>44571</c:v>
                </c:pt>
                <c:pt idx="2">
                  <c:v>44578</c:v>
                </c:pt>
                <c:pt idx="3">
                  <c:v>44585</c:v>
                </c:pt>
                <c:pt idx="4">
                  <c:v>44592</c:v>
                </c:pt>
                <c:pt idx="5">
                  <c:v>44599</c:v>
                </c:pt>
                <c:pt idx="6">
                  <c:v>44606</c:v>
                </c:pt>
                <c:pt idx="7">
                  <c:v>44613</c:v>
                </c:pt>
                <c:pt idx="8">
                  <c:v>44620</c:v>
                </c:pt>
                <c:pt idx="9">
                  <c:v>44627</c:v>
                </c:pt>
                <c:pt idx="10">
                  <c:v>44634</c:v>
                </c:pt>
                <c:pt idx="11">
                  <c:v>44641</c:v>
                </c:pt>
                <c:pt idx="12">
                  <c:v>44648</c:v>
                </c:pt>
                <c:pt idx="13">
                  <c:v>44655</c:v>
                </c:pt>
                <c:pt idx="14">
                  <c:v>44662</c:v>
                </c:pt>
                <c:pt idx="15">
                  <c:v>44669</c:v>
                </c:pt>
                <c:pt idx="16">
                  <c:v>44676</c:v>
                </c:pt>
                <c:pt idx="17">
                  <c:v>44683</c:v>
                </c:pt>
                <c:pt idx="18">
                  <c:v>44690</c:v>
                </c:pt>
                <c:pt idx="19">
                  <c:v>44697</c:v>
                </c:pt>
                <c:pt idx="20">
                  <c:v>44704</c:v>
                </c:pt>
                <c:pt idx="21">
                  <c:v>44711</c:v>
                </c:pt>
                <c:pt idx="22">
                  <c:v>44718</c:v>
                </c:pt>
                <c:pt idx="23">
                  <c:v>44725</c:v>
                </c:pt>
                <c:pt idx="24">
                  <c:v>44732</c:v>
                </c:pt>
                <c:pt idx="25">
                  <c:v>44739</c:v>
                </c:pt>
              </c:numCache>
            </c:numRef>
          </c:cat>
          <c:val>
            <c:numRef>
              <c:f>'[Forage_Wayfair_CVR data pull.xlsx]CVR summary'!$D$9:$AC$9</c:f>
              <c:numCache>
                <c:formatCode>0.0%</c:formatCode>
                <c:ptCount val="26"/>
                <c:pt idx="0">
                  <c:v>1.7050889081718389E-2</c:v>
                </c:pt>
                <c:pt idx="1">
                  <c:v>1.4026294184146818E-2</c:v>
                </c:pt>
                <c:pt idx="2">
                  <c:v>1.7457658830259817E-2</c:v>
                </c:pt>
                <c:pt idx="3">
                  <c:v>1.9564088789516924E-2</c:v>
                </c:pt>
                <c:pt idx="4">
                  <c:v>2.0991668385234065E-2</c:v>
                </c:pt>
                <c:pt idx="5">
                  <c:v>2.0687889721159959E-2</c:v>
                </c:pt>
                <c:pt idx="6">
                  <c:v>1.7313237376300628E-2</c:v>
                </c:pt>
                <c:pt idx="7">
                  <c:v>1.689022636349825E-2</c:v>
                </c:pt>
                <c:pt idx="8">
                  <c:v>1.4726893426781445E-2</c:v>
                </c:pt>
                <c:pt idx="9">
                  <c:v>1.6957306418564657E-2</c:v>
                </c:pt>
                <c:pt idx="10">
                  <c:v>1.2273435364083485E-2</c:v>
                </c:pt>
                <c:pt idx="11">
                  <c:v>1.338216483555673E-2</c:v>
                </c:pt>
                <c:pt idx="12">
                  <c:v>1.7763308573771695E-2</c:v>
                </c:pt>
                <c:pt idx="13">
                  <c:v>1.3112123334916312E-2</c:v>
                </c:pt>
                <c:pt idx="14">
                  <c:v>1.243986795543673E-2</c:v>
                </c:pt>
                <c:pt idx="15">
                  <c:v>1.3870129912658647E-2</c:v>
                </c:pt>
                <c:pt idx="16">
                  <c:v>1.7814673135746764E-2</c:v>
                </c:pt>
                <c:pt idx="17">
                  <c:v>1.6565870012436007E-2</c:v>
                </c:pt>
                <c:pt idx="18">
                  <c:v>1.9176157162612867E-2</c:v>
                </c:pt>
                <c:pt idx="19">
                  <c:v>1.3971607280075248E-2</c:v>
                </c:pt>
                <c:pt idx="20">
                  <c:v>1.4403772905048594E-2</c:v>
                </c:pt>
                <c:pt idx="21">
                  <c:v>1.2E-2</c:v>
                </c:pt>
                <c:pt idx="22">
                  <c:v>8.9999999999999993E-3</c:v>
                </c:pt>
                <c:pt idx="23">
                  <c:v>2E-3</c:v>
                </c:pt>
                <c:pt idx="24">
                  <c:v>3.0000000000000001E-3</c:v>
                </c:pt>
                <c:pt idx="25">
                  <c:v>2E-3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41C-47B9-AB15-2981D24A2F84}"/>
            </c:ext>
          </c:extLst>
        </c:ser>
        <c:ser>
          <c:idx val="3"/>
          <c:order val="2"/>
          <c:tx>
            <c:v>BE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'[Forage_Wayfair_CVR data pull.xlsx]CVR summary'!$D$6:$AC$6</c:f>
              <c:numCache>
                <c:formatCode>m/d;@</c:formatCode>
                <c:ptCount val="26"/>
                <c:pt idx="0">
                  <c:v>44564</c:v>
                </c:pt>
                <c:pt idx="1">
                  <c:v>44571</c:v>
                </c:pt>
                <c:pt idx="2">
                  <c:v>44578</c:v>
                </c:pt>
                <c:pt idx="3">
                  <c:v>44585</c:v>
                </c:pt>
                <c:pt idx="4">
                  <c:v>44592</c:v>
                </c:pt>
                <c:pt idx="5">
                  <c:v>44599</c:v>
                </c:pt>
                <c:pt idx="6">
                  <c:v>44606</c:v>
                </c:pt>
                <c:pt idx="7">
                  <c:v>44613</c:v>
                </c:pt>
                <c:pt idx="8">
                  <c:v>44620</c:v>
                </c:pt>
                <c:pt idx="9">
                  <c:v>44627</c:v>
                </c:pt>
                <c:pt idx="10">
                  <c:v>44634</c:v>
                </c:pt>
                <c:pt idx="11">
                  <c:v>44641</c:v>
                </c:pt>
                <c:pt idx="12">
                  <c:v>44648</c:v>
                </c:pt>
                <c:pt idx="13">
                  <c:v>44655</c:v>
                </c:pt>
                <c:pt idx="14">
                  <c:v>44662</c:v>
                </c:pt>
                <c:pt idx="15">
                  <c:v>44669</c:v>
                </c:pt>
                <c:pt idx="16">
                  <c:v>44676</c:v>
                </c:pt>
                <c:pt idx="17">
                  <c:v>44683</c:v>
                </c:pt>
                <c:pt idx="18">
                  <c:v>44690</c:v>
                </c:pt>
                <c:pt idx="19">
                  <c:v>44697</c:v>
                </c:pt>
                <c:pt idx="20">
                  <c:v>44704</c:v>
                </c:pt>
                <c:pt idx="21">
                  <c:v>44711</c:v>
                </c:pt>
                <c:pt idx="22">
                  <c:v>44718</c:v>
                </c:pt>
                <c:pt idx="23">
                  <c:v>44725</c:v>
                </c:pt>
                <c:pt idx="24">
                  <c:v>44732</c:v>
                </c:pt>
                <c:pt idx="25">
                  <c:v>44739</c:v>
                </c:pt>
              </c:numCache>
            </c:numRef>
          </c:cat>
          <c:val>
            <c:numRef>
              <c:f>'[Forage_Wayfair_CVR data pull.xlsx]CVR summary'!$D$10:$AC$10</c:f>
              <c:numCache>
                <c:formatCode>0.0%</c:formatCode>
                <c:ptCount val="26"/>
                <c:pt idx="0">
                  <c:v>1.2450889081718389E-2</c:v>
                </c:pt>
                <c:pt idx="1">
                  <c:v>1.3326294184146818E-2</c:v>
                </c:pt>
                <c:pt idx="2">
                  <c:v>1.925765883025982E-2</c:v>
                </c:pt>
                <c:pt idx="3">
                  <c:v>2.0464088789516926E-2</c:v>
                </c:pt>
                <c:pt idx="4">
                  <c:v>1.8591668385234066E-2</c:v>
                </c:pt>
                <c:pt idx="5">
                  <c:v>1.7587889721159957E-2</c:v>
                </c:pt>
                <c:pt idx="6">
                  <c:v>1.7613237376300626E-2</c:v>
                </c:pt>
                <c:pt idx="7">
                  <c:v>1.809022636349825E-2</c:v>
                </c:pt>
                <c:pt idx="8">
                  <c:v>1.5726893426781442E-2</c:v>
                </c:pt>
                <c:pt idx="9">
                  <c:v>1.2857306418564658E-2</c:v>
                </c:pt>
                <c:pt idx="10">
                  <c:v>1.4773435364083484E-2</c:v>
                </c:pt>
                <c:pt idx="11">
                  <c:v>1.5882164835556729E-2</c:v>
                </c:pt>
                <c:pt idx="12">
                  <c:v>1.5563308573771695E-2</c:v>
                </c:pt>
                <c:pt idx="13">
                  <c:v>1.6912123334916311E-2</c:v>
                </c:pt>
                <c:pt idx="14">
                  <c:v>1.593986795543673E-2</c:v>
                </c:pt>
                <c:pt idx="15">
                  <c:v>1.5970129912658646E-2</c:v>
                </c:pt>
                <c:pt idx="16">
                  <c:v>1.5214673135746764E-2</c:v>
                </c:pt>
                <c:pt idx="17">
                  <c:v>1.5865870012436008E-2</c:v>
                </c:pt>
                <c:pt idx="18">
                  <c:v>1.5576157162612868E-2</c:v>
                </c:pt>
                <c:pt idx="19">
                  <c:v>1.5071607280075248E-2</c:v>
                </c:pt>
                <c:pt idx="20">
                  <c:v>1.4403772905048594E-2</c:v>
                </c:pt>
                <c:pt idx="21">
                  <c:v>1.2999999999999999E-2</c:v>
                </c:pt>
                <c:pt idx="22">
                  <c:v>8.0000000000000002E-3</c:v>
                </c:pt>
                <c:pt idx="23">
                  <c:v>2E-3</c:v>
                </c:pt>
                <c:pt idx="24">
                  <c:v>2E-3</c:v>
                </c:pt>
                <c:pt idx="25">
                  <c:v>2E-3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41C-47B9-AB15-2981D24A2F84}"/>
            </c:ext>
          </c:extLst>
        </c:ser>
        <c:ser>
          <c:idx val="4"/>
          <c:order val="3"/>
          <c:tx>
            <c:v>BAO</c:v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'[Forage_Wayfair_CVR data pull.xlsx]CVR summary'!$D$6:$AC$6</c:f>
              <c:numCache>
                <c:formatCode>m/d;@</c:formatCode>
                <c:ptCount val="26"/>
                <c:pt idx="0">
                  <c:v>44564</c:v>
                </c:pt>
                <c:pt idx="1">
                  <c:v>44571</c:v>
                </c:pt>
                <c:pt idx="2">
                  <c:v>44578</c:v>
                </c:pt>
                <c:pt idx="3">
                  <c:v>44585</c:v>
                </c:pt>
                <c:pt idx="4">
                  <c:v>44592</c:v>
                </c:pt>
                <c:pt idx="5">
                  <c:v>44599</c:v>
                </c:pt>
                <c:pt idx="6">
                  <c:v>44606</c:v>
                </c:pt>
                <c:pt idx="7">
                  <c:v>44613</c:v>
                </c:pt>
                <c:pt idx="8">
                  <c:v>44620</c:v>
                </c:pt>
                <c:pt idx="9">
                  <c:v>44627</c:v>
                </c:pt>
                <c:pt idx="10">
                  <c:v>44634</c:v>
                </c:pt>
                <c:pt idx="11">
                  <c:v>44641</c:v>
                </c:pt>
                <c:pt idx="12">
                  <c:v>44648</c:v>
                </c:pt>
                <c:pt idx="13">
                  <c:v>44655</c:v>
                </c:pt>
                <c:pt idx="14">
                  <c:v>44662</c:v>
                </c:pt>
                <c:pt idx="15">
                  <c:v>44669</c:v>
                </c:pt>
                <c:pt idx="16">
                  <c:v>44676</c:v>
                </c:pt>
                <c:pt idx="17">
                  <c:v>44683</c:v>
                </c:pt>
                <c:pt idx="18">
                  <c:v>44690</c:v>
                </c:pt>
                <c:pt idx="19">
                  <c:v>44697</c:v>
                </c:pt>
                <c:pt idx="20">
                  <c:v>44704</c:v>
                </c:pt>
                <c:pt idx="21">
                  <c:v>44711</c:v>
                </c:pt>
                <c:pt idx="22">
                  <c:v>44718</c:v>
                </c:pt>
                <c:pt idx="23">
                  <c:v>44725</c:v>
                </c:pt>
                <c:pt idx="24">
                  <c:v>44732</c:v>
                </c:pt>
                <c:pt idx="25">
                  <c:v>44739</c:v>
                </c:pt>
              </c:numCache>
            </c:numRef>
          </c:cat>
          <c:val>
            <c:numRef>
              <c:f>'[Forage_Wayfair_CVR data pull.xlsx]CVR summary'!$D$11:$AC$11</c:f>
              <c:numCache>
                <c:formatCode>0.0%</c:formatCode>
                <c:ptCount val="26"/>
                <c:pt idx="0">
                  <c:v>1.7950889081718387E-2</c:v>
                </c:pt>
                <c:pt idx="1">
                  <c:v>1.5426294184146818E-2</c:v>
                </c:pt>
                <c:pt idx="2">
                  <c:v>1.5357658830259819E-2</c:v>
                </c:pt>
                <c:pt idx="3">
                  <c:v>2.2864088789516925E-2</c:v>
                </c:pt>
                <c:pt idx="4">
                  <c:v>1.7291668385234066E-2</c:v>
                </c:pt>
                <c:pt idx="5">
                  <c:v>2.0387889721159957E-2</c:v>
                </c:pt>
                <c:pt idx="6">
                  <c:v>1.7313237376300628E-2</c:v>
                </c:pt>
                <c:pt idx="7">
                  <c:v>1.689022636349825E-2</c:v>
                </c:pt>
                <c:pt idx="8">
                  <c:v>1.5826893426781445E-2</c:v>
                </c:pt>
                <c:pt idx="9">
                  <c:v>1.5757306418564657E-2</c:v>
                </c:pt>
                <c:pt idx="10">
                  <c:v>1.6173435364083485E-2</c:v>
                </c:pt>
                <c:pt idx="11">
                  <c:v>1.048216483555673E-2</c:v>
                </c:pt>
                <c:pt idx="12">
                  <c:v>1.6063308573771695E-2</c:v>
                </c:pt>
                <c:pt idx="13">
                  <c:v>1.3112123334916312E-2</c:v>
                </c:pt>
                <c:pt idx="14">
                  <c:v>1.5039867955436728E-2</c:v>
                </c:pt>
                <c:pt idx="15">
                  <c:v>1.2170129912658647E-2</c:v>
                </c:pt>
                <c:pt idx="16">
                  <c:v>1.2614673135746764E-2</c:v>
                </c:pt>
                <c:pt idx="17">
                  <c:v>1.5865870012436008E-2</c:v>
                </c:pt>
                <c:pt idx="18">
                  <c:v>1.5576157162612868E-2</c:v>
                </c:pt>
                <c:pt idx="19">
                  <c:v>1.7571607280075247E-2</c:v>
                </c:pt>
                <c:pt idx="20">
                  <c:v>1.7903772905048593E-2</c:v>
                </c:pt>
                <c:pt idx="21">
                  <c:v>1.4678311754371714E-2</c:v>
                </c:pt>
                <c:pt idx="22">
                  <c:v>1.6E-2</c:v>
                </c:pt>
                <c:pt idx="23">
                  <c:v>1.4E-2</c:v>
                </c:pt>
                <c:pt idx="24">
                  <c:v>1.3112123334916312E-2</c:v>
                </c:pt>
                <c:pt idx="25">
                  <c:v>1.2999999999999999E-2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41C-47B9-AB15-2981D24A2F84}"/>
            </c:ext>
          </c:extLst>
        </c:ser>
        <c:ser>
          <c:idx val="5"/>
          <c:order val="4"/>
          <c:tx>
            <c:v>BRB</c:v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'[Forage_Wayfair_CVR data pull.xlsx]CVR summary'!$D$6:$AC$6</c:f>
              <c:numCache>
                <c:formatCode>m/d;@</c:formatCode>
                <c:ptCount val="26"/>
                <c:pt idx="0">
                  <c:v>44564</c:v>
                </c:pt>
                <c:pt idx="1">
                  <c:v>44571</c:v>
                </c:pt>
                <c:pt idx="2">
                  <c:v>44578</c:v>
                </c:pt>
                <c:pt idx="3">
                  <c:v>44585</c:v>
                </c:pt>
                <c:pt idx="4">
                  <c:v>44592</c:v>
                </c:pt>
                <c:pt idx="5">
                  <c:v>44599</c:v>
                </c:pt>
                <c:pt idx="6">
                  <c:v>44606</c:v>
                </c:pt>
                <c:pt idx="7">
                  <c:v>44613</c:v>
                </c:pt>
                <c:pt idx="8">
                  <c:v>44620</c:v>
                </c:pt>
                <c:pt idx="9">
                  <c:v>44627</c:v>
                </c:pt>
                <c:pt idx="10">
                  <c:v>44634</c:v>
                </c:pt>
                <c:pt idx="11">
                  <c:v>44641</c:v>
                </c:pt>
                <c:pt idx="12">
                  <c:v>44648</c:v>
                </c:pt>
                <c:pt idx="13">
                  <c:v>44655</c:v>
                </c:pt>
                <c:pt idx="14">
                  <c:v>44662</c:v>
                </c:pt>
                <c:pt idx="15">
                  <c:v>44669</c:v>
                </c:pt>
                <c:pt idx="16">
                  <c:v>44676</c:v>
                </c:pt>
                <c:pt idx="17">
                  <c:v>44683</c:v>
                </c:pt>
                <c:pt idx="18">
                  <c:v>44690</c:v>
                </c:pt>
                <c:pt idx="19">
                  <c:v>44697</c:v>
                </c:pt>
                <c:pt idx="20">
                  <c:v>44704</c:v>
                </c:pt>
                <c:pt idx="21">
                  <c:v>44711</c:v>
                </c:pt>
                <c:pt idx="22">
                  <c:v>44718</c:v>
                </c:pt>
                <c:pt idx="23">
                  <c:v>44725</c:v>
                </c:pt>
                <c:pt idx="24">
                  <c:v>44732</c:v>
                </c:pt>
                <c:pt idx="25">
                  <c:v>44739</c:v>
                </c:pt>
              </c:numCache>
            </c:numRef>
          </c:cat>
          <c:val>
            <c:numRef>
              <c:f>'[Forage_Wayfair_CVR data pull.xlsx]CVR summary'!$D$12:$AC$12</c:f>
              <c:numCache>
                <c:formatCode>0.0%</c:formatCode>
                <c:ptCount val="26"/>
                <c:pt idx="0">
                  <c:v>1.6250889081718387E-2</c:v>
                </c:pt>
                <c:pt idx="1">
                  <c:v>1.6526294184146816E-2</c:v>
                </c:pt>
                <c:pt idx="2">
                  <c:v>1.7957658830259817E-2</c:v>
                </c:pt>
                <c:pt idx="3">
                  <c:v>2.0164088789516924E-2</c:v>
                </c:pt>
                <c:pt idx="4">
                  <c:v>1.7791668385234067E-2</c:v>
                </c:pt>
                <c:pt idx="5">
                  <c:v>1.7587889721159957E-2</c:v>
                </c:pt>
                <c:pt idx="6">
                  <c:v>1.9713237376300628E-2</c:v>
                </c:pt>
                <c:pt idx="7">
                  <c:v>1.6190226363498251E-2</c:v>
                </c:pt>
                <c:pt idx="8">
                  <c:v>2.0126893426781443E-2</c:v>
                </c:pt>
                <c:pt idx="9">
                  <c:v>1.7957306418564658E-2</c:v>
                </c:pt>
                <c:pt idx="10">
                  <c:v>1.5073435364083483E-2</c:v>
                </c:pt>
                <c:pt idx="11">
                  <c:v>1.5582164835556729E-2</c:v>
                </c:pt>
                <c:pt idx="12">
                  <c:v>1.5463308573771695E-2</c:v>
                </c:pt>
                <c:pt idx="13">
                  <c:v>1.5112123334916312E-2</c:v>
                </c:pt>
                <c:pt idx="14">
                  <c:v>1.423986795543673E-2</c:v>
                </c:pt>
                <c:pt idx="15">
                  <c:v>1.2070129912658647E-2</c:v>
                </c:pt>
                <c:pt idx="16">
                  <c:v>1.3014673135746765E-2</c:v>
                </c:pt>
                <c:pt idx="17">
                  <c:v>1.3965870012436E-2</c:v>
                </c:pt>
                <c:pt idx="18">
                  <c:v>1.6176157162612868E-2</c:v>
                </c:pt>
                <c:pt idx="19">
                  <c:v>1.4571607280075248E-2</c:v>
                </c:pt>
                <c:pt idx="20">
                  <c:v>1.6703772905048594E-2</c:v>
                </c:pt>
                <c:pt idx="21">
                  <c:v>1.4678311754371714E-2</c:v>
                </c:pt>
                <c:pt idx="22">
                  <c:v>1.4999999999999999E-2</c:v>
                </c:pt>
                <c:pt idx="23">
                  <c:v>1.2070129912658647E-2</c:v>
                </c:pt>
                <c:pt idx="24">
                  <c:v>1.5112123334916312E-2</c:v>
                </c:pt>
                <c:pt idx="25">
                  <c:v>1.2070129912658647E-2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41C-47B9-AB15-2981D24A2F84}"/>
            </c:ext>
          </c:extLst>
        </c:ser>
        <c:ser>
          <c:idx val="6"/>
          <c:order val="5"/>
          <c:tx>
            <c:v>SCA</c:v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'[Forage_Wayfair_CVR data pull.xlsx]CVR summary'!$D$6:$AC$6</c:f>
              <c:numCache>
                <c:formatCode>m/d;@</c:formatCode>
                <c:ptCount val="26"/>
                <c:pt idx="0">
                  <c:v>44564</c:v>
                </c:pt>
                <c:pt idx="1">
                  <c:v>44571</c:v>
                </c:pt>
                <c:pt idx="2">
                  <c:v>44578</c:v>
                </c:pt>
                <c:pt idx="3">
                  <c:v>44585</c:v>
                </c:pt>
                <c:pt idx="4">
                  <c:v>44592</c:v>
                </c:pt>
                <c:pt idx="5">
                  <c:v>44599</c:v>
                </c:pt>
                <c:pt idx="6">
                  <c:v>44606</c:v>
                </c:pt>
                <c:pt idx="7">
                  <c:v>44613</c:v>
                </c:pt>
                <c:pt idx="8">
                  <c:v>44620</c:v>
                </c:pt>
                <c:pt idx="9">
                  <c:v>44627</c:v>
                </c:pt>
                <c:pt idx="10">
                  <c:v>44634</c:v>
                </c:pt>
                <c:pt idx="11">
                  <c:v>44641</c:v>
                </c:pt>
                <c:pt idx="12">
                  <c:v>44648</c:v>
                </c:pt>
                <c:pt idx="13">
                  <c:v>44655</c:v>
                </c:pt>
                <c:pt idx="14">
                  <c:v>44662</c:v>
                </c:pt>
                <c:pt idx="15">
                  <c:v>44669</c:v>
                </c:pt>
                <c:pt idx="16">
                  <c:v>44676</c:v>
                </c:pt>
                <c:pt idx="17">
                  <c:v>44683</c:v>
                </c:pt>
                <c:pt idx="18">
                  <c:v>44690</c:v>
                </c:pt>
                <c:pt idx="19">
                  <c:v>44697</c:v>
                </c:pt>
                <c:pt idx="20">
                  <c:v>44704</c:v>
                </c:pt>
                <c:pt idx="21">
                  <c:v>44711</c:v>
                </c:pt>
                <c:pt idx="22">
                  <c:v>44718</c:v>
                </c:pt>
                <c:pt idx="23">
                  <c:v>44725</c:v>
                </c:pt>
                <c:pt idx="24">
                  <c:v>44732</c:v>
                </c:pt>
                <c:pt idx="25">
                  <c:v>44739</c:v>
                </c:pt>
              </c:numCache>
            </c:numRef>
          </c:cat>
          <c:val>
            <c:numRef>
              <c:f>'[Forage_Wayfair_CVR data pull.xlsx]CVR summary'!$D$13:$AC$13</c:f>
              <c:numCache>
                <c:formatCode>0.0%</c:formatCode>
                <c:ptCount val="26"/>
                <c:pt idx="0">
                  <c:v>1.7250889081718387E-2</c:v>
                </c:pt>
                <c:pt idx="1">
                  <c:v>1.6626294184146819E-2</c:v>
                </c:pt>
                <c:pt idx="2">
                  <c:v>1.7157658830259818E-2</c:v>
                </c:pt>
                <c:pt idx="3">
                  <c:v>2.1964088789516924E-2</c:v>
                </c:pt>
                <c:pt idx="4">
                  <c:v>2.0491668385234068E-2</c:v>
                </c:pt>
                <c:pt idx="5">
                  <c:v>2.0687889721159959E-2</c:v>
                </c:pt>
                <c:pt idx="6">
                  <c:v>2.1913237376300628E-2</c:v>
                </c:pt>
                <c:pt idx="7">
                  <c:v>1.8190226363498253E-2</c:v>
                </c:pt>
                <c:pt idx="8">
                  <c:v>1.7026893426781445E-2</c:v>
                </c:pt>
                <c:pt idx="9">
                  <c:v>1.4857306418564658E-2</c:v>
                </c:pt>
                <c:pt idx="10">
                  <c:v>1.1973435364083483E-2</c:v>
                </c:pt>
                <c:pt idx="11">
                  <c:v>1.308216483555673E-2</c:v>
                </c:pt>
                <c:pt idx="12">
                  <c:v>1.2663308573771695E-2</c:v>
                </c:pt>
                <c:pt idx="13">
                  <c:v>1.5612123334916312E-2</c:v>
                </c:pt>
                <c:pt idx="14">
                  <c:v>1.4839867955436729E-2</c:v>
                </c:pt>
                <c:pt idx="15">
                  <c:v>1.5670129912658648E-2</c:v>
                </c:pt>
                <c:pt idx="16">
                  <c:v>1.7014673135746766E-2</c:v>
                </c:pt>
                <c:pt idx="17">
                  <c:v>1.8165870012436008E-2</c:v>
                </c:pt>
                <c:pt idx="18">
                  <c:v>1.7176157162612869E-2</c:v>
                </c:pt>
                <c:pt idx="19">
                  <c:v>1.3071607280075248E-2</c:v>
                </c:pt>
                <c:pt idx="20">
                  <c:v>1.5903772905048595E-2</c:v>
                </c:pt>
                <c:pt idx="21">
                  <c:v>1.5678311754371711E-2</c:v>
                </c:pt>
                <c:pt idx="22">
                  <c:v>1.4E-2</c:v>
                </c:pt>
                <c:pt idx="23">
                  <c:v>1.5670129912658648E-2</c:v>
                </c:pt>
                <c:pt idx="24">
                  <c:v>1.5612123334916312E-2</c:v>
                </c:pt>
                <c:pt idx="25">
                  <c:v>1.5670129912658648E-2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41C-47B9-AB15-2981D24A2F84}"/>
            </c:ext>
          </c:extLst>
        </c:ser>
        <c:ser>
          <c:idx val="7"/>
          <c:order val="6"/>
          <c:tx>
            <c:v>BRT</c:v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'[Forage_Wayfair_CVR data pull.xlsx]CVR summary'!$D$6:$AC$6</c:f>
              <c:numCache>
                <c:formatCode>m/d;@</c:formatCode>
                <c:ptCount val="26"/>
                <c:pt idx="0">
                  <c:v>44564</c:v>
                </c:pt>
                <c:pt idx="1">
                  <c:v>44571</c:v>
                </c:pt>
                <c:pt idx="2">
                  <c:v>44578</c:v>
                </c:pt>
                <c:pt idx="3">
                  <c:v>44585</c:v>
                </c:pt>
                <c:pt idx="4">
                  <c:v>44592</c:v>
                </c:pt>
                <c:pt idx="5">
                  <c:v>44599</c:v>
                </c:pt>
                <c:pt idx="6">
                  <c:v>44606</c:v>
                </c:pt>
                <c:pt idx="7">
                  <c:v>44613</c:v>
                </c:pt>
                <c:pt idx="8">
                  <c:v>44620</c:v>
                </c:pt>
                <c:pt idx="9">
                  <c:v>44627</c:v>
                </c:pt>
                <c:pt idx="10">
                  <c:v>44634</c:v>
                </c:pt>
                <c:pt idx="11">
                  <c:v>44641</c:v>
                </c:pt>
                <c:pt idx="12">
                  <c:v>44648</c:v>
                </c:pt>
                <c:pt idx="13">
                  <c:v>44655</c:v>
                </c:pt>
                <c:pt idx="14">
                  <c:v>44662</c:v>
                </c:pt>
                <c:pt idx="15">
                  <c:v>44669</c:v>
                </c:pt>
                <c:pt idx="16">
                  <c:v>44676</c:v>
                </c:pt>
                <c:pt idx="17">
                  <c:v>44683</c:v>
                </c:pt>
                <c:pt idx="18">
                  <c:v>44690</c:v>
                </c:pt>
                <c:pt idx="19">
                  <c:v>44697</c:v>
                </c:pt>
                <c:pt idx="20">
                  <c:v>44704</c:v>
                </c:pt>
                <c:pt idx="21">
                  <c:v>44711</c:v>
                </c:pt>
                <c:pt idx="22">
                  <c:v>44718</c:v>
                </c:pt>
                <c:pt idx="23">
                  <c:v>44725</c:v>
                </c:pt>
                <c:pt idx="24">
                  <c:v>44732</c:v>
                </c:pt>
                <c:pt idx="25">
                  <c:v>44739</c:v>
                </c:pt>
              </c:numCache>
            </c:numRef>
          </c:cat>
          <c:val>
            <c:numRef>
              <c:f>'[Forage_Wayfair_CVR data pull.xlsx]CVR summary'!$D$14:$AC$14</c:f>
              <c:numCache>
                <c:formatCode>0.0%</c:formatCode>
                <c:ptCount val="26"/>
                <c:pt idx="0">
                  <c:v>1.3650889081718388E-2</c:v>
                </c:pt>
                <c:pt idx="1">
                  <c:v>1.6526294184146816E-2</c:v>
                </c:pt>
                <c:pt idx="2">
                  <c:v>1.4957658830259818E-2</c:v>
                </c:pt>
                <c:pt idx="3">
                  <c:v>2.3164088789516923E-2</c:v>
                </c:pt>
                <c:pt idx="4">
                  <c:v>1.7091668385234068E-2</c:v>
                </c:pt>
                <c:pt idx="5">
                  <c:v>2.0087889721159959E-2</c:v>
                </c:pt>
                <c:pt idx="6">
                  <c:v>1.9113237376300628E-2</c:v>
                </c:pt>
                <c:pt idx="7">
                  <c:v>1.9390226363498252E-2</c:v>
                </c:pt>
                <c:pt idx="8">
                  <c:v>1.6626893426781444E-2</c:v>
                </c:pt>
                <c:pt idx="9">
                  <c:v>1.765730641856466E-2</c:v>
                </c:pt>
                <c:pt idx="10">
                  <c:v>1.5173435364083485E-2</c:v>
                </c:pt>
                <c:pt idx="11">
                  <c:v>1.168216483555673E-2</c:v>
                </c:pt>
                <c:pt idx="12">
                  <c:v>1.8263308573771696E-2</c:v>
                </c:pt>
                <c:pt idx="13">
                  <c:v>1.2412123334916311E-2</c:v>
                </c:pt>
                <c:pt idx="14">
                  <c:v>1.3539867955436729E-2</c:v>
                </c:pt>
                <c:pt idx="15">
                  <c:v>1.5170129912658648E-2</c:v>
                </c:pt>
                <c:pt idx="16">
                  <c:v>1.6714673135746764E-2</c:v>
                </c:pt>
                <c:pt idx="17">
                  <c:v>1.4665870012436008E-2</c:v>
                </c:pt>
                <c:pt idx="18">
                  <c:v>1.4176157162612868E-2</c:v>
                </c:pt>
                <c:pt idx="19">
                  <c:v>1.3471607280075248E-2</c:v>
                </c:pt>
                <c:pt idx="20">
                  <c:v>1.6803772905048593E-2</c:v>
                </c:pt>
                <c:pt idx="21">
                  <c:v>1.6678311754371712E-2</c:v>
                </c:pt>
                <c:pt idx="22">
                  <c:v>1.4999999999999999E-2</c:v>
                </c:pt>
                <c:pt idx="23">
                  <c:v>1.5170129912658648E-2</c:v>
                </c:pt>
                <c:pt idx="24">
                  <c:v>1.2412123334916311E-2</c:v>
                </c:pt>
                <c:pt idx="25">
                  <c:v>1.5170129912658648E-2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41C-47B9-AB15-2981D24A2F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94828128"/>
        <c:axId val="394827712"/>
      </c:lineChart>
      <c:dateAx>
        <c:axId val="394828128"/>
        <c:scaling>
          <c:orientation val="minMax"/>
        </c:scaling>
        <c:delete val="0"/>
        <c:axPos val="b"/>
        <c:numFmt formatCode="m/d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4827712"/>
        <c:crosses val="autoZero"/>
        <c:auto val="1"/>
        <c:lblOffset val="100"/>
        <c:baseTimeUnit val="days"/>
      </c:dateAx>
      <c:valAx>
        <c:axId val="394827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4828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251B-7304-45EB-9041-5FE84143163C}" type="datetimeFigureOut">
              <a:rPr lang="en-US" smtClean="0"/>
              <a:t>2023-09-27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153C-BF63-4707-AEFD-758CCBCA1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811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251B-7304-45EB-9041-5FE84143163C}" type="datetimeFigureOut">
              <a:rPr lang="en-US" smtClean="0"/>
              <a:t>2023-09-27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153C-BF63-4707-AEFD-758CCBCA1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910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251B-7304-45EB-9041-5FE84143163C}" type="datetimeFigureOut">
              <a:rPr lang="en-US" smtClean="0"/>
              <a:t>2023-09-27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153C-BF63-4707-AEFD-758CCBCA1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498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251B-7304-45EB-9041-5FE84143163C}" type="datetimeFigureOut">
              <a:rPr lang="en-US" smtClean="0"/>
              <a:t>2023-09-27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153C-BF63-4707-AEFD-758CCBCA1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12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251B-7304-45EB-9041-5FE84143163C}" type="datetimeFigureOut">
              <a:rPr lang="en-US" smtClean="0"/>
              <a:t>2023-09-27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153C-BF63-4707-AEFD-758CCBCA1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24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251B-7304-45EB-9041-5FE84143163C}" type="datetimeFigureOut">
              <a:rPr lang="en-US" smtClean="0"/>
              <a:t>2023-09-27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153C-BF63-4707-AEFD-758CCBCA1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46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251B-7304-45EB-9041-5FE84143163C}" type="datetimeFigureOut">
              <a:rPr lang="en-US" smtClean="0"/>
              <a:t>2023-09-27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153C-BF63-4707-AEFD-758CCBCA1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35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251B-7304-45EB-9041-5FE84143163C}" type="datetimeFigureOut">
              <a:rPr lang="en-US" smtClean="0"/>
              <a:t>2023-09-27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153C-BF63-4707-AEFD-758CCBCA1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16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251B-7304-45EB-9041-5FE84143163C}" type="datetimeFigureOut">
              <a:rPr lang="en-US" smtClean="0"/>
              <a:t>2023-09-27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153C-BF63-4707-AEFD-758CCBCA1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60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251B-7304-45EB-9041-5FE84143163C}" type="datetimeFigureOut">
              <a:rPr lang="en-US" smtClean="0"/>
              <a:t>2023-09-27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153C-BF63-4707-AEFD-758CCBCA1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07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251B-7304-45EB-9041-5FE84143163C}" type="datetimeFigureOut">
              <a:rPr lang="en-US" smtClean="0"/>
              <a:t>2023-09-27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153C-BF63-4707-AEFD-758CCBCA1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810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5251B-7304-45EB-9041-5FE84143163C}" type="datetimeFigureOut">
              <a:rPr lang="en-US" smtClean="0"/>
              <a:t>2023-09-27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1153C-BF63-4707-AEFD-758CCBCA1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63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01629" y="5058384"/>
            <a:ext cx="6963384" cy="1428042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Proposes: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Increase the stock of goods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Increase human resources for delivery to improve time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Offer promotions to limit inventory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389106" y="3796930"/>
            <a:ext cx="11702375" cy="114472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3 products with the strongest CVR decline are Bedding, Mattresses &amp; Foundations, and Bedding Essentials. When looking at each product, the Contributing metrics: Out-of-stock rate, Expected shipment days, Average price of inventory items from 5/23 increased sharply, so customers were disappointed and dissatisfied. leading to a sharp decrease in CVR.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9045295"/>
              </p:ext>
            </p:extLst>
          </p:nvPr>
        </p:nvGraphicFramePr>
        <p:xfrm>
          <a:off x="1251625" y="173162"/>
          <a:ext cx="9688749" cy="3428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02577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89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Proposes: - Increase the stock of goods - Increase human resources for delivery to improve time - Offer promotions to limit inventory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Thoa Kim</dc:creator>
  <cp:lastModifiedBy>Thoa Kim</cp:lastModifiedBy>
  <cp:revision>12</cp:revision>
  <dcterms:created xsi:type="dcterms:W3CDTF">2023-01-03T07:01:03Z</dcterms:created>
  <dcterms:modified xsi:type="dcterms:W3CDTF">2023-09-27T04:21:11Z</dcterms:modified>
</cp:coreProperties>
</file>